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E7D98C-088F-44AB-88E0-8A36AF1F431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360000" y="360000"/>
            <a:ext cx="72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stay private.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E2F842-0178-4D13-AA87-AE4064F5C9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E78E26-291A-4490-A71B-B2CD92FA00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9F4F92C-B6E3-485B-BC51-637C7D0BE6E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Roadmap 2027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72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Ship MCP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Extract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