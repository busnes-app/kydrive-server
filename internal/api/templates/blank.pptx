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89273" autoAdjust="0"/>
  </p:normalViewPr>
  <p:slideViewPr>
    <p:cSldViewPr snapToGrid="0">
      <p:cViewPr varScale="1">
        <p:scale>
          <a:sx n="100" d="100"/>
          <a:sy n="100" d="100"/>
        </p:scale>
        <p:origin x="37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16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32E96E-41F7-40C5-8419-297958CC00FA}" type="datetimeFigureOut">
              <a:rPr lang="en-US" smtClean="0"/>
              <a:t>10/30/2013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999B8-B6B4-4561-A3CD-BBCDAB9FC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286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999B8-B6B4-4561-A3CD-BBCDAB9FC9D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644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518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619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125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403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759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284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599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960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540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304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801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136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0119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1</Words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Arial</vt:lpstr>
      <vt:lpstr>Office Theme</vt:lpstr>
    </vt:vector>
  </TitlesOfParts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/>
</file>